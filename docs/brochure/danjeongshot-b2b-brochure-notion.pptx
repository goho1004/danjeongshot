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10689336"/>
          </a:xfrm>
          <a:prstGeom prst="rect">
            <a:avLst/>
          </a:prstGeom>
          <a:solidFill>
            <a:srgbClr val="0D5C4D"/>
          </a:solidFill>
          <a:ln w="12700">
            <a:solidFill>
              <a:srgbClr val="0D5C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증명사진 -단정-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 ·  인력아웃소싱 임원용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 1분.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구직자·이직자 이력서 사진.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셀카만 올리면 단정한 PNG 한 장. 현장에서 링크·QR로 바로 안내.</a:t>
            </a:r>
            <a:endParaRPr lang="en-US" sz="1200" dirty="0"/>
          </a:p>
        </p:txBody>
      </p:sp>
      <p:pic>
        <p:nvPicPr>
          <p:cNvPr id="9" name="Image 0" descr="D:\Memento\projects\danjeongshot\docs\brochure\_slim\real-w-mid-bef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0"/>
            <a:ext cx="1554480" cy="1965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129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pic>
        <p:nvPicPr>
          <p:cNvPr id="11" name="Image 1" descr="D:\Memento\projects\danjeongshot\docs\brochure\_slim\real-w-mid-aft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3108960"/>
            <a:ext cx="1554480" cy="1965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67128" y="5129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pic>
        <p:nvPicPr>
          <p:cNvPr id="13" name="Image 2" descr="D:\Memento\projects\danjeongshot\docs\brochure\_slim\real-m-mid-befor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3108960"/>
            <a:ext cx="1554480" cy="19659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31336" y="5129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pic>
        <p:nvPicPr>
          <p:cNvPr id="15" name="Image 3" descr="D:\Memento\projects\danjeongshot\docs\brochure\_slim\real-m-mid-aft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544" y="3108960"/>
            <a:ext cx="1554480" cy="19659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95544" y="5129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02920" y="553212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02920" y="5669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속도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737360" y="56967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1분. 스튜디오 예약·이동 없이.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617220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2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단정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737360" y="63367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이력서·링크드인용. 나처럼 보이는 한 장.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02920" y="681228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2920" y="6949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배포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737360" y="69768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링크·QR만. 지점·상담원이 하향 안내.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02920" y="7498080"/>
            <a:ext cx="6583680" cy="18288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02920" y="7772400"/>
            <a:ext cx="6583680" cy="1828800"/>
          </a:xfrm>
          <a:prstGeom prst="rect">
            <a:avLst/>
          </a:prstGeom>
          <a:solidFill>
            <a:srgbClr val="084038"/>
          </a:solidFill>
          <a:ln w="12700">
            <a:solidFill>
              <a:srgbClr val="08403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77240" y="80010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장.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777240" y="8549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후보를 잔뜩 고르는 서비스가 아닙니다.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후, 닮은 단정 증명사진 한 장을 받습니다.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57200" y="1024128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증명사진 -단정-  ·  danjeongshot.vercel.app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10689336"/>
          </a:xfrm>
          <a:prstGeom prst="rect">
            <a:avLst/>
          </a:prstGeom>
          <a:solidFill>
            <a:srgbClr val="0D5C4D"/>
          </a:solidFill>
          <a:ln w="12700">
            <a:solidFill>
              <a:srgbClr val="0D5C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 고르고 셀카 업로드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583680" cy="13716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기본·플러스 결제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6583680" cy="13716"/>
          </a:xfrm>
          <a:prstGeom prst="rect">
            <a:avLst/>
          </a:prstGeom>
          <a:solidFill>
            <a:srgbClr val="E4E9E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없는 PNG 수령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3154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703320"/>
            <a:ext cx="3154680" cy="73152"/>
          </a:xfrm>
          <a:prstGeom prst="rect">
            <a:avLst/>
          </a:prstGeom>
          <a:solidFill>
            <a:srgbClr val="A8B0BD"/>
          </a:solidFill>
          <a:ln w="12700">
            <a:solidFill>
              <a:srgbClr val="A8B0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₩9,900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이력서·링크드인 PNG 1장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86200" y="3703320"/>
            <a:ext cx="3154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3703320"/>
            <a:ext cx="3154680" cy="73152"/>
          </a:xfrm>
          <a:prstGeom prst="rect">
            <a:avLst/>
          </a:prstGeom>
          <a:solidFill>
            <a:srgbClr val="0D5C4D"/>
          </a:solidFill>
          <a:ln w="12700">
            <a:solidFill>
              <a:srgbClr val="0D5C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플러스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₩14,900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+ 반명함·증명 인화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3492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법인·채널 단가는 협의.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5806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126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여권·신분증·관공서 제출용은 만들거나 보장하지 않습니다.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올린 사진·결과물은 저장하지 않습니다.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 · 사업자 등록 전일 수 있습니다.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7223760"/>
            <a:ext cx="6583680" cy="233172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7452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웹에서 바로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7818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danjeongshot.vercel.app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7240" y="8321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만들기  danjeongshot.vercel.app/make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8732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 support@danjeongshot.com</a:t>
            </a:r>
            <a:endParaRPr lang="en-US" sz="1200" dirty="0"/>
          </a:p>
        </p:txBody>
      </p:sp>
      <p:pic>
        <p:nvPicPr>
          <p:cNvPr id="32" name="Image 0" descr="D:\Memento\projects\danjeongshot\docs\brochure\qr-danjeong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7543800"/>
            <a:ext cx="1325880" cy="13258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486400" y="8961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1024128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증명사진 -단정-  ·  danjeongshot.vercel.app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증명사진 -단정- B2B 브로슈어</dc:title>
  <dc:subject>Neutral Exposure</dc:subject>
  <dc:creator>단정샷</dc:creator>
  <cp:lastModifiedBy>단정샷</cp:lastModifiedBy>
  <cp:revision>1</cp:revision>
  <dcterms:created xsi:type="dcterms:W3CDTF">2026-08-01T23:47:26Z</dcterms:created>
  <dcterms:modified xsi:type="dcterms:W3CDTF">2026-08-01T23:47:26Z</dcterms:modified>
</cp:coreProperties>
</file>