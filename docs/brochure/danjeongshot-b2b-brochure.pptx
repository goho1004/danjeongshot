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10689336"/>
          </a:xfrm>
          <a:prstGeom prst="rect">
            <a:avLst/>
          </a:prstGeom>
          <a:solidFill>
            <a:srgbClr val="0D5C4D"/>
          </a:solidFill>
          <a:ln w="12700">
            <a:solidFill>
              <a:srgbClr val="0D5C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증명사진 -단정-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 ·  인력아웃소싱 임원용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A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약 1분.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구직자·이직자 이력서 사진.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셀카만 올리면 단정한 PNG 한 장. 현장에서 링크·QR로 바로 안내.</a:t>
            </a:r>
            <a:endParaRPr lang="en-US" sz="1200" dirty="0"/>
          </a:p>
        </p:txBody>
      </p:sp>
      <p:pic>
        <p:nvPicPr>
          <p:cNvPr id="9" name="Image 0" descr="D:\Memento\projects\danjeongshot\public\gallery\real-w-mid-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0"/>
            <a:ext cx="1554480" cy="1965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51297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00" dirty="0"/>
          </a:p>
        </p:txBody>
      </p:sp>
      <p:pic>
        <p:nvPicPr>
          <p:cNvPr id="11" name="Image 1" descr="D:\Memento\projects\danjeongshot\public\gallery\real-w-mid-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128" y="3108960"/>
            <a:ext cx="1554480" cy="1965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67128" y="51297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00" dirty="0"/>
          </a:p>
        </p:txBody>
      </p:sp>
      <p:pic>
        <p:nvPicPr>
          <p:cNvPr id="13" name="Image 2" descr="D:\Memento\projects\danjeongshot\public\gallery\real-m-mid-befo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336" y="3108960"/>
            <a:ext cx="1554480" cy="19659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31336" y="51297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00" dirty="0"/>
          </a:p>
        </p:txBody>
      </p:sp>
      <p:pic>
        <p:nvPicPr>
          <p:cNvPr id="15" name="Image 3" descr="D:\Memento\projects\danjeongshot\public\gallery\real-m-mid-af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544" y="3108960"/>
            <a:ext cx="1554480" cy="19659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95544" y="51297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502920" y="5532120"/>
            <a:ext cx="6583680" cy="18288"/>
          </a:xfrm>
          <a:prstGeom prst="rect">
            <a:avLst/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02920" y="5669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4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속도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737360" y="56967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1분. 스튜디오 예약·이동 없이.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02920" y="6172200"/>
            <a:ext cx="6583680" cy="18288"/>
          </a:xfrm>
          <a:prstGeom prst="rect">
            <a:avLst/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02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4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단정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737360" y="63367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이력서·링크드인용. 나처럼 보이는 한 장.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02920" y="6812280"/>
            <a:ext cx="6583680" cy="18288"/>
          </a:xfrm>
          <a:prstGeom prst="rect">
            <a:avLst/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02920" y="6949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4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배포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737360" y="69768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링크·QR만. 지점·상담원이 하향 안내.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02920" y="7498080"/>
            <a:ext cx="6583680" cy="18288"/>
          </a:xfrm>
          <a:prstGeom prst="rect">
            <a:avLst/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02920" y="7772400"/>
            <a:ext cx="6583680" cy="1828800"/>
          </a:xfrm>
          <a:prstGeom prst="rect">
            <a:avLst/>
          </a:prstGeom>
          <a:solidFill>
            <a:srgbClr val="084038"/>
          </a:solidFill>
          <a:ln w="12700">
            <a:solidFill>
              <a:srgbClr val="08403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77240" y="80010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장.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777240" y="85496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후보를 잔뜩 고르는 서비스가 아닙니다.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5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후, 닮은 단정 증명사진 한 장을 받습니다.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457200" y="1024128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증명사진 -단정-  ·  danjeongshot.vercel.app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10689336"/>
          </a:xfrm>
          <a:prstGeom prst="rect">
            <a:avLst/>
          </a:prstGeom>
          <a:solidFill>
            <a:srgbClr val="0D5C4D"/>
          </a:solidFill>
          <a:ln w="12700">
            <a:solidFill>
              <a:srgbClr val="0D5C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용도 고르고 셀카 업로드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583680" cy="13716"/>
          </a:xfrm>
          <a:prstGeom prst="rect">
            <a:avLst/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기본·플러스 결제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6583680" cy="13716"/>
          </a:xfrm>
          <a:prstGeom prst="rect">
            <a:avLst/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23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468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 없는 PNG 수령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소비자가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3154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703320"/>
            <a:ext cx="3154680" cy="73152"/>
          </a:xfrm>
          <a:prstGeom prst="rect">
            <a:avLst/>
          </a:prstGeom>
          <a:solidFill>
            <a:srgbClr val="A8B0BD"/>
          </a:solidFill>
          <a:ln w="12700">
            <a:solidFill>
              <a:srgbClr val="A8B0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931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A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₩9,900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1520" y="4709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이력서·링크드인 PNG 1장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86200" y="3703320"/>
            <a:ext cx="3154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6200" y="3703320"/>
            <a:ext cx="3154680" cy="73152"/>
          </a:xfrm>
          <a:prstGeom prst="rect">
            <a:avLst/>
          </a:prstGeom>
          <a:solidFill>
            <a:srgbClr val="0D5C4D"/>
          </a:solidFill>
          <a:ln w="12700">
            <a:solidFill>
              <a:srgbClr val="0D5C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3931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플러스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A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₩14,900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114800" y="4709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+ 반명함·증명 인화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53492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4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법인·채널 단가는 협의.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58064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1264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여권·신분증·관공서 제출용은 만들거나 보장하지 않습니다.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올린 사진·결과물은 저장하지 않습니다.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베타 · 사업자 등록 전일 수 있습니다.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7223760"/>
            <a:ext cx="6583680" cy="2331720"/>
          </a:xfrm>
          <a:prstGeom prst="rect">
            <a:avLst/>
          </a:prstGeom>
          <a:solidFill>
            <a:srgbClr val="0A0E14"/>
          </a:solidFill>
          <a:ln w="12700">
            <a:solidFill>
              <a:srgbClr val="0A0E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7452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웹에서 바로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7818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danjeongshot.vercel.app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77240" y="8321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만들기  danjeongshot.vercel.app/make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87325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  support@danjeongshot.com</a:t>
            </a:r>
            <a:endParaRPr lang="en-US" sz="1200" dirty="0"/>
          </a:p>
        </p:txBody>
      </p:sp>
      <p:pic>
        <p:nvPicPr>
          <p:cNvPr id="32" name="Image 0" descr="D:\Memento\projects\danjeongshot\docs\brochure\qr-danjeong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7543800"/>
            <a:ext cx="1325880" cy="132588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486400" y="89611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7200" y="1024128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증명사진 -단정-  ·  danjeongshot.vercel.app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증명사진 -단정- B2B 브로슈어</dc:title>
  <dc:subject>Neutral Exposure</dc:subject>
  <dc:creator>단정샷</dc:creator>
  <cp:lastModifiedBy>단정샷</cp:lastModifiedBy>
  <cp:revision>1</cp:revision>
  <dcterms:created xsi:type="dcterms:W3CDTF">2026-08-01T23:47:26Z</dcterms:created>
  <dcterms:modified xsi:type="dcterms:W3CDTF">2026-08-01T23:47:26Z</dcterms:modified>
</cp:coreProperties>
</file>