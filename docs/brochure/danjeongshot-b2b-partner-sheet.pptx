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10689336"/>
          </a:xfrm>
          <a:prstGeom prst="rect">
            <a:avLst/>
          </a:prstGeom>
          <a:solidFill>
            <a:srgbClr val="084038"/>
          </a:solidFill>
          <a:ln w="12700">
            <a:solidFill>
              <a:srgbClr val="0840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4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 ·  선택 배포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파트너 정산 초안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미확정 · 협의  ·  증명사진 -단정-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임원 미팅  →  하향 안내  →  추적 코드 집계  →  월 정산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65836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E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사장·임원급 인센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E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10~20%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E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개인 라인 귀속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E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법인 B2B 채널 마진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E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40~50%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E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업체 정산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E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동시 풀스택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E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E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택1 또는 쪼개기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4572000"/>
            <a:ext cx="6583680" cy="18288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754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추적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828800" y="47731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업체·지점·담당자별 링크/코드로 결제·컷 수 집계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5440680"/>
            <a:ext cx="6583680" cy="18288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5623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정산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828800" y="56418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합의 주기(월 등) · 세금계산서·원천은 사업자 등록 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6309360"/>
            <a:ext cx="6583680" cy="18288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6492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할인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828800" y="65105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학내·쇼츠 할인과 스택하지 않음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" y="74980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브로슈어와 분리 배포. 확정 전 협의용.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7955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support@danjeongshot.com  ·  danjeongshot.vercel.app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1024128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증명사진 -단정-  ·  danjeongshot.vercel.app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파트너 정산 초안</dc:title>
  <dc:subject>PptxGenJS Presentation</dc:subject>
  <dc:creator>단정샷</dc:creator>
  <cp:lastModifiedBy>단정샷</cp:lastModifiedBy>
  <cp:revision>1</cp:revision>
  <dcterms:created xsi:type="dcterms:W3CDTF">2026-08-01T23:47:26Z</dcterms:created>
  <dcterms:modified xsi:type="dcterms:W3CDTF">2026-08-01T23:47:26Z</dcterms:modified>
</cp:coreProperties>
</file>