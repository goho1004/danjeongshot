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5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3544"/>
                </a:solidFill>
                <a:latin typeface="Arial"/>
              </a:rPr>
              <a:t>시범 채널 구성 목표(%)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 비중</c:v>
                </c:pt>
              </c:strCache>
            </c:strRef>
          </c:tx>
          <c:spPr>
            <a:solidFill>
              <a:srgbClr val="0840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35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본인</c:v>
                  </c:pt>
                  <c:pt idx="1">
                    <c:v>B 단체</c:v>
                  </c:pt>
                  <c:pt idx="2">
                    <c:v>C 복지사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50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C35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7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0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5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3544"/>
                </a:solidFill>
                <a:latin typeface="Arial"/>
              </a:rPr>
              <a:t>재원 조합 예시(협의)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재원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4038"/>
              </a:solidFill>
              <a:effectLst/>
            </c:spPr>
          </c:dPt>
          <c:dPt>
            <c:idx val="1"/>
            <c:bubble3D val="0"/>
            <c:spPr>
              <a:solidFill>
                <a:srgbClr val="0D5C4D"/>
              </a:solidFill>
              <a:effectLst/>
            </c:spPr>
          </c:dPt>
          <c:dPt>
            <c:idx val="2"/>
            <c:bubble3D val="0"/>
            <c:spPr>
              <a:solidFill>
                <a:srgbClr val="8B6914"/>
              </a:solidFill>
              <a:effectLst/>
            </c:spPr>
          </c:dPt>
          <c:dPt>
            <c:idx val="3"/>
            <c:bubble3D val="0"/>
            <c:spPr>
              <a:solidFill>
                <a:srgbClr val="5C677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시</c:v>
                </c:pt>
                <c:pt idx="1">
                  <c:v>도</c:v>
                </c:pt>
                <c:pt idx="2">
                  <c:v>복지기금</c:v>
                </c:pt>
                <c:pt idx="3">
                  <c:v>CSR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5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3544"/>
                </a:solidFill>
                <a:latin typeface="Arial"/>
              </a:rPr>
              <a:t>전형적 소요(분) · 개념 비교 — 생성 단계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</c:v>
                </c:pt>
              </c:strCache>
            </c:strRef>
          </c:tx>
          <c:spPr>
            <a:solidFill>
              <a:srgbClr val="0D5C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5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스튜디오 방문·촬영(왕복 포함·대략)</c:v>
                  </c:pt>
                  <c:pt idx="1">
                    <c:v>단정 웹 생성(제품 기준)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5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5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0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E6D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 · 관 공용 제안서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영정사진 복지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일괄 지원 사업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→ 인화 → 액자까지. 시·도·복지기금·협력 CSR.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(danjeongshot)  ·  2026-08-07  ·  협의용 · 확정 전</a:t>
            </a:r>
            <a:endParaRPr lang="en-US" sz="1200" dirty="0"/>
          </a:p>
        </p:txBody>
      </p:sp>
      <p:pic>
        <p:nvPicPr>
          <p:cNvPr id="8" name="Image 0" descr="D:\Memento\projects\danjeongshot\docs\welfare\visual-e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777240"/>
            <a:ext cx="21945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 ·  객관 지표 (국가통계)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고령·사망 규모가 복지 수요의 바닥입니다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35.9만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사망자 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통계청 사망원인통계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980명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 평균 사망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· 연환산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65세+ 인구 비중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인구주택총조사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143000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4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54.1%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80세+ 사망 비중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사망원인통계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520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통계청·정책브리핑. 영정 수요 ≠ 전체 사망. 복지 대상 비율·예산은 지자체 협의. 여권·관공서 공인 주장 ✗.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023360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E8F4F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문제: 촬영·인화·액자 비용 · 이동·예약 부담 · 급히 구한 저품질 · 산발 지원·정산 난이도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일괄 패키지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디지털만 주지 않습니다. 프린트와 액자까지.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08403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생성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영정용 초상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인화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관례 규격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협력 인화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액자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액자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장착·납품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0" y="109728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전달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대상·가족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수령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00400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29000"/>
                <a:gridCol w="3429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4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 (공공)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4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민 (협력·CSR)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4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정책·대상·예산·감독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인화·액자·물류·단가 지원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재원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시·도·복지기금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CSR·현물·할인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산출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실적·민원 대응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품질·납기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 ·  공통 척추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모든 접수 채널이 같은 제작→전달을 탑니다</a:t>
            </a:r>
            <a:endParaRPr lang="en-US" sz="2200" dirty="0"/>
          </a:p>
        </p:txBody>
      </p:sp>
      <p:pic>
        <p:nvPicPr>
          <p:cNvPr id="5" name="Image 0" descr="D:\Memento\projects\danjeongshot\docs\welfare\flow-sp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8503920" cy="150876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892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산출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잠금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자격·동의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바우처·동의서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중복·목적외 사용 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제작·검수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영정 PNG·승인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잘못된 인물·톤 차단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인화·액자·전달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1인 1세트·수령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BOM 단일 · 실적 집계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 ·  접수 4축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본인 · 단체 · 복지사 · 확장 자원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8403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촬영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바우처·셀카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택배·읍면동 픽업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96012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1143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5C4D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 일괄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194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복지관 배치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수령·배분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1143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A4A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방문·대리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사진 허용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960120"/>
            <a:ext cx="2057400" cy="23317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1143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C3544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2194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주민센터·요양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돌봄·CSR·인화점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520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시범: A+B+C 우선 · D는 거점(D1 읍면동·D3 요양)만. 장례·상조는 안내만(끼워팔기 ✗).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86200"/>
          <a:ext cx="83210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자원 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읍면동·경로당·요양원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창구·집단·시설 일괄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방문돌봄·자원봉사·종교 CSR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현장 보조·현물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지역 사진관·인화·액자 업체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난건 백업·전달 거점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 ·  객관·운영 지표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국가 수요 지표 + 시범 KPI (목표·협의)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91440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1440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429000"/>
          <a:ext cx="83210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4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4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시범 목표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4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수령완료율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 / 발주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리드타임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접수→수령 일수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7영업일 (협의)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재작업률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검수 반려·재생성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만족(간단)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가족·담당 5점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4.2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1세트(생성+인화+액자)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BOM 확정 후 공개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 ·  접근성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현장 부담을 줄이는 쪽이 복지입니다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8229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3794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스튜디오 120분은 왕복·대기 포함한 개념치. 단정 ~1분은 생성 단계(인화·액자·배송 별도). 여권·신분증용 보장 ✗.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 ·  민·관 재원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 · 도 · 복지기금 + 뜻있는 협력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 예산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 시범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본예산·대상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 매칭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737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광역 확대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비율 협의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복지기금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취약·긴급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물량 보완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10515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08403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 CSR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1737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인화·액자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현물·단가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8036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하는 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시·도 복지과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자격·예산·감독·실적 보고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단정샷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생성 시스템·안내·품질·정산 협력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인화·액자 협력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출력·장착·물류·픽업 거점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지역구 의원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민심·정책 공감 (행정 결재와 분리)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 ·  시범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작게 돌려 보고, 숫자로 확대합니다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4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4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3개월 (협의)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단체 일괄 + A 희망자 → C 난건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산출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1인 1세트 (원본+인화+액자)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수령률·리드타임·재작업·만족·단가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본예산·광역·D 거점 확대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51560"/>
            <a:ext cx="3063240" cy="3063240"/>
          </a:xfrm>
          <a:prstGeom prst="roundRect">
            <a:avLst>
              <a:gd name="adj" fmla="val 2985"/>
            </a:avLst>
          </a:prstGeom>
          <a:solidFill>
            <a:srgbClr val="084038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협의 요청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5216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담당·연락처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0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시범 인원·자격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0" y="2377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재원 조합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52160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BOM·단가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5216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협력·CSR 범위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52160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동의·검수 절차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5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 ·  준수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존엄과 신뢰를 지키는 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109728" cy="685800"/>
          </a:xfrm>
          <a:prstGeom prst="rect">
            <a:avLst/>
          </a:prstGeom>
          <a:solidFill>
            <a:srgbClr val="0D5C4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개인정보·초상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399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동의서 · 목적 외 사용·무단 홍보 금지 · 보관·삭제 합의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828800"/>
            <a:ext cx="109728" cy="685800"/>
          </a:xfrm>
          <a:prstGeom prst="rect">
            <a:avLst/>
          </a:prstGeom>
          <a:solidFill>
            <a:srgbClr val="0D5C4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20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경계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176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영정·복지 레인 · 여권·신분증·관공서 제출용 보장 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606040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606040"/>
            <a:ext cx="109728" cy="685800"/>
          </a:xfrm>
          <a:prstGeom prst="rect">
            <a:avLst/>
          </a:prstGeom>
          <a:solidFill>
            <a:srgbClr val="0D5C4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 가드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953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장례·상조 안내만 · 끼워팔기 ✗ · 확정 전 시명·제휴 표기 ✗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383280"/>
            <a:ext cx="109728" cy="685800"/>
          </a:xfrm>
          <a:prstGeom prst="rect">
            <a:avLst/>
          </a:prstGeom>
          <a:solidFill>
            <a:srgbClr val="0D5C4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74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4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성격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7307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제안·협의용 · 예산·계약·공고는 별도 확정 절차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 · 영정복지 제안 · 협의용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0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E6D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5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한 걸음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시·도 복지과와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함께 시범을 엽니다.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https://danjeongshot.vercel.app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support@danjeongshot.com</a:t>
            </a:r>
            <a:endParaRPr lang="en-US" sz="1600" dirty="0"/>
          </a:p>
        </p:txBody>
      </p:sp>
      <p:pic>
        <p:nvPicPr>
          <p:cNvPr id="7" name="Image 0" descr="D:\Memento\projects\danjeongshot\docs\welfare\qr-welf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4592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단정샷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영정사진 복지 일괄 지원 — 민·관 제안</dc:title>
  <dc:subject>시·도 복지과 · 협력업체 · CSR</dc:subject>
  <dc:creator>danjeongshot</dc:creator>
  <cp:lastModifiedBy>danjeongshot</cp:lastModifiedBy>
  <cp:revision>1</cp:revision>
  <dcterms:created xsi:type="dcterms:W3CDTF">2026-08-06T20:28:32Z</dcterms:created>
  <dcterms:modified xsi:type="dcterms:W3CDTF">2026-08-06T20:28:32Z</dcterms:modified>
</cp:coreProperties>
</file>